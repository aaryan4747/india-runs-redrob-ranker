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1F5F9"/>
                </a:solidFill>
                <a:latin typeface="Arial"/>
              </a:defRPr>
            </a:pPr>
            <a:r>
              <a:t>TALENTLENS AI</a:t>
            </a:r>
          </a:p>
          <a:p>
            <a:pPr>
              <a:spcBef>
                <a:spcPts val="1000"/>
              </a:spcBef>
              <a:defRPr sz="2400" b="1">
                <a:solidFill>
                  <a:srgbClr val="06B6D4"/>
                </a:solidFill>
                <a:latin typeface="Arial"/>
              </a:defRPr>
            </a:pPr>
            <a:r>
              <a:t>Redrob’s Next-Gen Intelligent Candidate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Arial"/>
              </a:defRPr>
            </a:pPr>
            <a:r>
              <a:t>TRACK 2: THE IDEATHON · IDEA SUBMISSION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Team Leader: Boyapati Aaryan Karthik  |  Team Name: AaryanK-Solo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Core Problem: Traditional Recruitment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⚠ Traditional ATS Keyword Traps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Traditional ATS filters discard 88% of qualified candidates by relying on superficial keyword matches, resulting in screen fatigue and poor matching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645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t>⚠ The Keyword Stuffing Cheat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Candidates exploit algorithms by stuffing skills sections with advanced/expert buzzwords while lacking real-world tenure or direct application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⚠ The Inactivity Gap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Perfect-on-paper candidates are often selected for outreach despite being inactive on the platform for 6+ months, creating wasted recruitment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931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t>⚠ Tier-2/3 Disadvantage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Outstanding self-taught candidates with extensive portfolios and active GitHub contributions are bypassed due to automated education-pedigree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Solution: Multi-Dimensional Evaluation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TalentLens AI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 multi-dimensional scoring and ranking system built directly into the Redrob ecosystem. It evaluates candidate capability, availability, and alignment across five key criteria, bypassing spammers and automatically elevating genuine talent.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645920"/>
            <a:ext cx="6217920" cy="868680"/>
          </a:xfrm>
          <a:prstGeom prst="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t>Role Fit (30%)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Evaluates current title alignment, product-company tenure, and direct AI/ML production keywords.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606040"/>
            <a:ext cx="6217920" cy="868680"/>
          </a:xfrm>
          <a:prstGeom prst="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06B6D4"/>
                </a:solidFill>
                <a:latin typeface="Arial"/>
              </a:defRPr>
            </a:pPr>
            <a:r>
              <a:t>Skill Match (25%)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Curated taxonomy matching with alias resolution. Weights proficiency, duration, and endorsements.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3566160"/>
            <a:ext cx="6217920" cy="868680"/>
          </a:xfrm>
          <a:prstGeom prst="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t>Career Quality (15%)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Measures tenure stability (anti-job-hopping) and academic alignment (Computer Science / ML).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4526280"/>
            <a:ext cx="6217920" cy="868680"/>
          </a:xfrm>
          <a:prstGeom prst="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06B6D4"/>
                </a:solidFill>
                <a:latin typeface="Arial"/>
              </a:defRPr>
            </a:pPr>
            <a:r>
              <a:t>Behavioral Signals (20%)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Weights responsiveness (rate and speed), logins, and GitHub contribution scores.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5486400"/>
            <a:ext cx="6217920" cy="868680"/>
          </a:xfrm>
          <a:prstGeom prst="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t>Logistics (10%)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Ensures alignment with location (Noida/Pune), notice period (sub-30d preferred), and work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AI Architecture &amp; Recruiter Journey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 rIns="137160"/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t>1. Input JD Parsing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282846"/>
                </a:solidFill>
                <a:latin typeface="Arial"/>
              </a:defRPr>
            </a:pPr>
            <a:r>
              <a:t>──────────</a:t>
            </a:r>
          </a:p>
          <a:p>
            <a:pPr algn="l"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System automatically parses candidate JDs, extracting required skills, target YOE, preferred locations, and target titles.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 rIns="137160"/>
          <a:lstStyle/>
          <a:p>
            <a:pPr algn="ctr">
              <a:defRPr sz="1400" b="1">
                <a:solidFill>
                  <a:srgbClr val="06B6D4"/>
                </a:solidFill>
                <a:latin typeface="Arial"/>
              </a:defRPr>
            </a:pPr>
            <a:r>
              <a:t>2. Multidimensional Extraction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282846"/>
                </a:solidFill>
                <a:latin typeface="Arial"/>
              </a:defRPr>
            </a:pPr>
            <a:r>
              <a:t>──────────</a:t>
            </a:r>
          </a:p>
          <a:p>
            <a:pPr algn="l"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Feature extractor queries candidate database, capturing profile structure, career history, and active platform activity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 rIns="137160"/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t>3. Weighted Scoring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282846"/>
                </a:solidFill>
                <a:latin typeface="Arial"/>
              </a:defRPr>
            </a:pPr>
            <a:r>
              <a:t>──────────</a:t>
            </a:r>
          </a:p>
          <a:p>
            <a:pPr algn="l"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Five distinct scoring engines run simultaneously on CPU, scoring candidates based on capability and actual availability.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 rIns="137160"/>
          <a:lstStyle/>
          <a:p>
            <a:pPr algn="ctr">
              <a:defRPr sz="1400" b="1">
                <a:solidFill>
                  <a:srgbClr val="06B6D4"/>
                </a:solidFill>
                <a:latin typeface="Arial"/>
              </a:defRPr>
            </a:pPr>
            <a:r>
              <a:t>4. Honeypot &amp; Tiebreak</a:t>
            </a:r>
          </a:p>
          <a:p>
            <a:pPr algn="ctr">
              <a:spcBef>
                <a:spcPts val="400"/>
              </a:spcBef>
              <a:defRPr sz="1000">
                <a:solidFill>
                  <a:srgbClr val="282846"/>
                </a:solidFill>
                <a:latin typeface="Arial"/>
              </a:defRPr>
            </a:pPr>
            <a:r>
              <a:t>──────────</a:t>
            </a:r>
          </a:p>
          <a:p>
            <a:pPr algn="l"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Profiles with contradictory signals are filtered out (Score=0). Remaining candidate lists are sorted with deterministic tiebreakers.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Anti-Cheat Mechanics &amp; Honeypot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6B6D4"/>
                </a:solidFill>
                <a:latin typeface="Arial"/>
              </a:defRPr>
            </a:pPr>
            <a:r>
              <a:t>🛡 Anti-Keyword Stuffing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Keyword stuffers are penalized through active capability checks:</a:t>
            </a:r>
            <a:br/>
            <a:br/>
            <a:r>
              <a:t>• Duration-Weighted Skills: Skills listed with short durations (e.g. &lt;3 months) are down-weighted.</a:t>
            </a:r>
            <a:br/>
            <a:br/>
            <a:r>
              <a:t>• Proficiency discounting: Beginner skills receive minimal weight, rewarding experienced practitioners.</a:t>
            </a:r>
            <a:br/>
            <a:br/>
            <a:r>
              <a:t>• Skill-to-Experience Ratio: Profiles claiming excessive expert/advanced skills relative to their total years of experience are marked suspicious.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A78BFA"/>
                </a:solidFill>
                <a:latin typeface="Arial"/>
              </a:defRPr>
            </a:pPr>
            <a:r>
              <a:t>🎯 Heuristic Honeypot Detection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We built 9 strict validation rules to capture honeypot spammers:</a:t>
            </a:r>
            <a:br/>
            <a:br/>
            <a:r>
              <a:t>• Chronological Contradictions: E.g., claiming 8 years of tenure at a startup established 3 years ago.</a:t>
            </a:r>
            <a:br/>
            <a:br/>
            <a:r>
              <a:t>• Assessment Discrepancies: Expert/Advanced profiles scoring poorly (&lt;50%) on Redrob platform skill tests.</a:t>
            </a:r>
            <a:br/>
            <a:br/>
            <a:r>
              <a:t>• Fictional Company Auditing: Mismatched experience durations at known fictional placeholder companies.</a:t>
            </a:r>
            <a:br/>
            <a:br/>
            <a:r>
              <a:t>• Profile Incompleteness: High completeness scores with near-empty work history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Behavioral Signals: Availability-First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 b="1">
                <a:solidFill>
                  <a:srgbClr val="A78BFA"/>
                </a:solidFill>
                <a:latin typeface="Arial"/>
              </a:defRPr>
            </a:pPr>
            <a:r>
              <a:t>"A perfect-on-paper candidate who hasn't logged in for 6 months and has a 5% response rate is, for hiring purposes, not actually available."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474720" cy="310896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6B6D4"/>
                </a:solidFill>
                <a:latin typeface="Arial"/>
              </a:defRPr>
            </a:pPr>
            <a:r>
              <a:t>Recruiter Response Rate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Active tracking of candidate reply rates. Candidates responding to &gt;70% of messages receive maximum boost; unresponsive profiles (&lt;15%) are heavily deprioritized.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926080"/>
            <a:ext cx="3474720" cy="310896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A78BFA"/>
                </a:solidFill>
                <a:latin typeface="Arial"/>
              </a:defRPr>
            </a:pPr>
            <a:r>
              <a:t>Platform Recency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Evaluates days since last login. Active logins within 30 days denote high search intent; inactivity &gt;180 days triggers candidate cooling/down-ranking.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926080"/>
            <a:ext cx="3474720" cy="310896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6B6D4"/>
                </a:solidFill>
                <a:latin typeface="Arial"/>
              </a:defRPr>
            </a:pPr>
            <a:r>
              <a:t>GitHub Activity Score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Extracts commits, PRs, and active contributions. Allows self-taught developers from Tier-2/3 colleges with rich portfolios to easily outrank inactive Tier-1 grads.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India-Specific Recruitment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Product vs. Service Focus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Redrob AI prioritizes engineers who have built and shipped products. TalentLens AI explicitly distinguishes product experience from IT consulting companies (Infosys, TCS, Wipro, etc.), heavily penalizing career-long service-only profiles unless supported by outstanding open-source projects.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t>Notice Period Weighting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Notice periods in India are notoriously long (up to 90 days). The system awards maximum points to sub-30-day candidates, enabling rapid startup hiring, while scaling down score metrics for 90-day 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Regional Location Filtering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Prioritizes immediate hub matches (Noida, Pune, Bangalore) to guarantee high onboarding success while accommodating candidates willing to relocate to offices.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Explainable AI (XAI) Recruiter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Arial"/>
              </a:defRPr>
            </a:pPr>
            <a:r>
              <a:t>Empowering Recruiters with Trust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Recruiters cannot trust a simple number. TalentLens AI generates clean, structured explanations referencing specific profile facts:</a:t>
            </a:r>
            <a:br/>
            <a:br/>
            <a:r>
              <a:t>• Dynamic Sliders: Recruiters can customize importance values (e.g., dial down notice period requirements, dial up GitHub scores).</a:t>
            </a:r>
            <a:br/>
            <a:br/>
            <a:r>
              <a:t>• Highlight Strengths: Explicitly surfaces years in the target experience band, relevant past employers, and verified test results.</a:t>
            </a:r>
            <a:br/>
            <a:br/>
            <a:r>
              <a:t>• Concerns Flagging: Surfaces high salary expectations, long notice periods, or services-only tenures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400" b="1">
                <a:solidFill>
                  <a:srgbClr val="A78BFA"/>
                </a:solidFill>
                <a:latin typeface="Courier New"/>
              </a:defRPr>
            </a:pPr>
            <a:r>
              <a:t>CANDIDATE DOSSIER: CAND_0052682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Courier New"/>
              </a:defRPr>
            </a:pPr>
            <a:r>
              <a:t>Current Title: NLP Engineer @ Aganitha</a:t>
            </a:r>
            <a:br/>
            <a:r>
              <a:t>Experience:    6.6 Years (Target Band: 5-9)</a:t>
            </a:r>
            <a:br/>
            <a:r>
              <a:t>Match Score:   93.15 / 100 [Strong Hire]</a:t>
            </a:r>
            <a:br/>
            <a:r>
              <a:t>────────────────────────────────────────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💪 KEY STRENGTHSsurfaced:</a:t>
            </a:r>
            <a:br/>
            <a:r>
              <a:t>- Active open source contributor (GitHub: 82/100)</a:t>
            </a:r>
            <a:br/>
            <a:r>
              <a:t>- Proficient in sentence-transformers and Qdrant</a:t>
            </a:r>
            <a:br/>
            <a:r>
              <a:t>- Extremely responsive (92% recruiter response rate)</a:t>
            </a:r>
            <a:br/>
            <a:br/>
            <a:r>
              <a:t>⚠ AREAS OF CONCERN flagged:</a:t>
            </a:r>
            <a:br/>
            <a:r>
              <a:t>- 60-day notice period (negotiable up to 30d)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System Benchmarks &amp; Latency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657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3600" b="1">
                <a:solidFill>
                  <a:srgbClr val="06B6D4"/>
                </a:solidFill>
                <a:latin typeface="Arial"/>
              </a:defRPr>
            </a:pPr>
            <a:r>
              <a:t>23.2s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Total pipeline execution runtime for all 100,000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3657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3600" b="1">
                <a:solidFill>
                  <a:srgbClr val="A78BFA"/>
                </a:solidFill>
                <a:latin typeface="Arial"/>
              </a:defRPr>
            </a:pPr>
            <a:r>
              <a:t>0.0ms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Zero API call latency due to fully localized indexing and taxonomy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3657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3600" b="1">
                <a:solidFill>
                  <a:srgbClr val="06B6D4"/>
                </a:solidFill>
                <a:latin typeface="Arial"/>
              </a:defRPr>
            </a:pPr>
            <a:r>
              <a:t>0 Leaked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Honeypot spammers in the top 100 candidate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3657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3600" b="1">
                <a:solidFill>
                  <a:srgbClr val="A78BFA"/>
                </a:solidFill>
                <a:latin typeface="Arial"/>
              </a:defRPr>
            </a:pPr>
            <a:r>
              <a:t>&lt; 1.2 GB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Peak RAM footprint, conforming to tight microservice deployments.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TALENTLENS AI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Future Development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Phase 1: Verification Integration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Direct API integration with ABDM (Ayushman Bharat Digital Mission), Aadhaar, DigiLocker, and GitHub OAuth to eliminate forged degrees and experience claims prior to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t>Phase 2: Hybrid LLM Agent Re-Ranking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Combine our hyper-fast heuristic ranker with a secondary local LLM agent (e.g., Llama-3-8B-Instruct) to parse and re-rank the top 500 candidate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A78BFA"/>
                </a:solidFill>
                <a:latin typeface="Arial"/>
              </a:defRPr>
            </a:pPr>
            <a:r>
              <a:t>Phase 3: Conversational Voice Screening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Redrob AI phone screening agents update candidate profiles with direct assessment ratings (communication, logic, coding) in real-time, automatically updating availability indices.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